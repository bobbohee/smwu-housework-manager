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5"/>
  </p:normalViewPr>
  <p:slideViewPr>
    <p:cSldViewPr snapToGrid="0" snapToObjects="1">
      <p:cViewPr varScale="1">
        <p:scale>
          <a:sx n="132" d="100"/>
          <a:sy n="132" d="100"/>
        </p:scale>
        <p:origin x="16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6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ple SD Gothic Neo"/>
              </a:rPr>
              <a:t>우리집 살림 매니저</a:t>
            </a:r>
          </a:p>
          <a:p>
            <a:pPr algn="ctr"/>
            <a:r>
              <a:rPr sz="2000" b="0">
                <a:solidFill>
                  <a:srgbClr val="BFD4EE"/>
                </a:solidFill>
                <a:latin typeface="Apple SD Gothic Neo"/>
              </a:rPr>
              <a:t>함께 사는 사람들을 위한 집안일 당번·기록 웹앱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 err="1">
                <a:solidFill>
                  <a:srgbClr val="9FC0E8"/>
                </a:solidFill>
                <a:latin typeface="Apple SD Gothic Neo"/>
              </a:rPr>
              <a:t>웹시스템설계</a:t>
            </a:r>
            <a:r>
              <a:rPr sz="1400" b="0" dirty="0">
                <a:solidFill>
                  <a:srgbClr val="9FC0E8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9FC0E8"/>
                </a:solidFill>
                <a:latin typeface="Apple SD Gothic Neo"/>
              </a:rPr>
              <a:t>기말</a:t>
            </a:r>
            <a:r>
              <a:rPr sz="1400" b="0" dirty="0">
                <a:solidFill>
                  <a:srgbClr val="9FC0E8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9FC0E8"/>
                </a:solidFill>
                <a:latin typeface="Apple SD Gothic Neo"/>
              </a:rPr>
              <a:t>프로젝트</a:t>
            </a:r>
            <a:r>
              <a:rPr sz="1400" b="0" dirty="0">
                <a:solidFill>
                  <a:srgbClr val="9FC0E8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9FC0E8"/>
                </a:solidFill>
                <a:latin typeface="Apple SD Gothic Neo"/>
              </a:rPr>
              <a:t>제안서</a:t>
            </a:r>
            <a:r>
              <a:rPr sz="1400" b="0" dirty="0">
                <a:solidFill>
                  <a:srgbClr val="9FC0E8"/>
                </a:solidFill>
                <a:latin typeface="Apple SD Gothic Neo"/>
              </a:rPr>
              <a:t>  ·  </a:t>
            </a:r>
            <a:r>
              <a:rPr lang="ko-KR" altLang="en-US" sz="1400" b="0" dirty="0">
                <a:solidFill>
                  <a:srgbClr val="9FC0E8"/>
                </a:solidFill>
                <a:latin typeface="Apple SD Gothic Neo"/>
              </a:rPr>
              <a:t>문헌정보학과 </a:t>
            </a:r>
            <a:r>
              <a:rPr lang="en-US" altLang="ko-KR" sz="1400" b="0" dirty="0">
                <a:solidFill>
                  <a:srgbClr val="9FC0E8"/>
                </a:solidFill>
                <a:latin typeface="Apple SD Gothic Neo"/>
              </a:rPr>
              <a:t>2313731</a:t>
            </a:r>
            <a:r>
              <a:rPr lang="ko-KR" altLang="en-US" sz="1400" b="0" dirty="0">
                <a:solidFill>
                  <a:srgbClr val="9FC0E8"/>
                </a:solidFill>
                <a:latin typeface="Apple SD Gothic Neo"/>
              </a:rPr>
              <a:t> 박보희</a:t>
            </a:r>
            <a:endParaRPr sz="1400" b="0" dirty="0">
              <a:solidFill>
                <a:srgbClr val="9FC0E8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CONTENTS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66928" cy="51206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F3A5F"/>
                </a:solidFill>
                <a:latin typeface="Apple SD Gothic Neo"/>
              </a:rPr>
              <a:t>프로젝트 개요   </a:t>
            </a:r>
            <a:r>
              <a:rPr sz="1200" b="0">
                <a:solidFill>
                  <a:srgbClr val="555555"/>
                </a:solidFill>
                <a:latin typeface="Apple SD Gothic Neo"/>
              </a:rPr>
              <a:t>서비스 정의·대상·핵심 가치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75104"/>
            <a:ext cx="566928" cy="51206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75104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F3A5F"/>
                </a:solidFill>
                <a:latin typeface="Apple SD Gothic Neo"/>
              </a:rPr>
              <a:t>문제 정의 / 대상 사용자   </a:t>
            </a:r>
            <a:r>
              <a:rPr sz="1200" b="0">
                <a:solidFill>
                  <a:srgbClr val="555555"/>
                </a:solidFill>
                <a:latin typeface="Apple SD Gothic Neo"/>
              </a:rPr>
              <a:t>공동 거주 분담 갈등, 페르소나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78608"/>
            <a:ext cx="566928" cy="51206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78608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F3A5F"/>
                </a:solidFill>
                <a:latin typeface="Apple SD Gothic Neo"/>
              </a:rPr>
              <a:t>시장 및 유사 서비스 분석   </a:t>
            </a:r>
            <a:r>
              <a:rPr sz="1200" b="0">
                <a:solidFill>
                  <a:srgbClr val="555555"/>
                </a:solidFill>
                <a:latin typeface="Apple SD Gothic Neo"/>
              </a:rPr>
              <a:t>경쟁 비교, 차별성(Positioning)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82112"/>
            <a:ext cx="566928" cy="51206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82112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F3A5F"/>
                </a:solidFill>
                <a:latin typeface="Apple SD Gothic Neo"/>
              </a:rPr>
              <a:t>요구사항 분석   </a:t>
            </a:r>
            <a:r>
              <a:rPr sz="1200" b="0">
                <a:solidFill>
                  <a:srgbClr val="555555"/>
                </a:solidFill>
                <a:latin typeface="Apple SD Gothic Neo"/>
              </a:rPr>
              <a:t>기능/비기능, MoSCoW, 필수요건 매핑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85616"/>
            <a:ext cx="566928" cy="51206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85616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85616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F3A5F"/>
                </a:solidFill>
                <a:latin typeface="Apple SD Gothic Neo"/>
              </a:rPr>
              <a:t>주요 기능 설명   </a:t>
            </a:r>
            <a:r>
              <a:rPr sz="1200" b="0">
                <a:solidFill>
                  <a:srgbClr val="555555"/>
                </a:solidFill>
                <a:latin typeface="Apple SD Gothic Neo"/>
              </a:rPr>
              <a:t>그룹·집안일·완료·비활성화·꽝뽑기·캘린더·통계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89120"/>
            <a:ext cx="566928" cy="51206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89120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F3A5F"/>
                </a:solidFill>
                <a:latin typeface="Apple SD Gothic Neo"/>
              </a:rPr>
              <a:t>화면 설계   </a:t>
            </a:r>
            <a:r>
              <a:rPr sz="1200" b="0">
                <a:solidFill>
                  <a:srgbClr val="555555"/>
                </a:solidFill>
                <a:latin typeface="Apple SD Gothic Neo"/>
              </a:rPr>
              <a:t>화면설계서 13종 (와이어프레임 + Description)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992624"/>
            <a:ext cx="566928" cy="51206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992624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92624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F3A5F"/>
                </a:solidFill>
                <a:latin typeface="Apple SD Gothic Neo"/>
              </a:rPr>
              <a:t>기술 스택 및 시스템 구조   </a:t>
            </a:r>
            <a:r>
              <a:rPr sz="1200" b="0">
                <a:solidFill>
                  <a:srgbClr val="555555"/>
                </a:solidFill>
                <a:latin typeface="Apple SD Gothic Neo"/>
              </a:rPr>
              <a:t>기술 선택, 3-Tier 구조, 데이터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96128"/>
            <a:ext cx="566928" cy="51206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596128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F3A5F"/>
                </a:solidFill>
                <a:latin typeface="Apple SD Gothic Neo"/>
              </a:rPr>
              <a:t>개발 일정   </a:t>
            </a:r>
            <a:r>
              <a:rPr sz="1200" b="0">
                <a:solidFill>
                  <a:srgbClr val="555555"/>
                </a:solidFill>
                <a:latin typeface="Apple SD Gothic Neo"/>
              </a:rPr>
              <a:t>3주 집중 일정, 중간 점검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6236208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555555"/>
                </a:solidFill>
                <a:latin typeface="Apple SD Gothic Neo"/>
              </a:rPr>
              <a:t>부록 · AI 활용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01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프로젝트 개요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서비스명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우리집 살림 매니저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한 줄 정의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공동 거주 구성원의 집안일 당번·완료 기록을 관리하는 웹앱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대상 사용자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함께 거주하는 2~N명 (룸메이트·가족·셰어하우스 등)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핵심 가치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“지금 누구 차례인가”를 다툼 없이 한눈에 + 기여도를 데이터로 가시화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플랫폼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모바일 우선 반응형 웹 (PC 사이드바 / 모바일 하단 탭)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Apple SD Gothic Neo"/>
              </a:rPr>
              <a:t>•  기존: 가족 캘린더 앱에 “OO 설거지”처럼 수동 기록 → 순번 자동화·집계가 안 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Apple SD Gothic Neo"/>
              </a:rPr>
              <a:t>•  전용 도구로 대체: 순번 자동 진행 · 완료 기록 · 통계 · 랜덤 배정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Apple SD Gothic Neo"/>
              </a:rPr>
              <a:t>•  특정 가정에 고정되지 않은 범용 서비스 (멤버·집안일·색상을 그룹이 직접 정의)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02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Apple SD Gothic Neo"/>
              </a:rPr>
              <a:t>•  공동 거주의 집안일 분담 = 사소하지만 반복되는 갈등의 원인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“누가 할 차례인지” 불명확 — 기억·구두 약속 의존, 책임 소재 흐려짐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수동 기록의 한계 — 순번 자동 진행·집계 불가, 누락·중복 잦음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기여도 불투명 — 월 기여 수치 없어 “나만 한다” 불만 누적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돌발 집안일 배정의 비효율 — 공정한 배정 수단 부재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80560"/>
            <a:ext cx="11064240" cy="1737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Apple SD Gothic Neo"/>
              </a:rPr>
              <a:t>•  핵심 질문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Apple SD Gothic Neo"/>
              </a:rPr>
              <a:t>–  ① 어떤 불편함? 차례·기여도 불투명   ② 왜? 자동 기록·집계 수단 부재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Apple SD Gothic Neo"/>
              </a:rPr>
              <a:t>–  ③ 해결 시 가치? 분담 갈등 감소 + 공정성 가시화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02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대상 사용자 (Persona)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페르소나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상황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니즈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공유 룸메이트 (20대)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셰어하우스 3인, 생활 패턴 제각각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차례 자동 안내, 안 한 사람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가족 구성원 (자매 3인)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기존 캘린더로 수기 관리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수기 대체, 월별 기여도 통계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방장 (그룹 관리자)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분담 규칙·멤버 관리 책임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pple SD Gothic Neo"/>
                        </a:rPr>
                        <a:t>멤버 초대/관리, 규칙 위반 기록 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03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시장 및 유사 서비스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서비스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분류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장점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한계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Tody / 집안일 체크앱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청소 관리 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주기 기반 청소 알림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개인용 중심, 공동 순번·비교 약함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가족 공유 캘린더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일반 캘린더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익숙함, 일정 공유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순번 자동·집계·랜덤 배정 없음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카카오톡 공지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메신저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진입장벽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기록 휘발, 통계·추적 불가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종이 당번표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아날로그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즉시성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원격 확인·데이터화 불가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03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차별성 (Positioning)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Apple SD Gothic Neo"/>
              </a:rPr>
              <a:t>•  “공동 거주 전용 + 순번 자동화 + 기여도 통계”의 교집합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Apple SD Gothic Neo"/>
              </a:rPr>
              <a:t>–  순번제 자동 진행 — 완료 1회 클릭에 다음 사람으로 자동 이행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Apple SD Gothic Neo"/>
              </a:rPr>
              <a:t>–  고정제 + 순번제 혼합 — 요일/주기 고정 담당과 순번 돌리기 동시 운용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Apple SD Gothic Neo"/>
              </a:rPr>
              <a:t>–  기여도 통계 + 캘린더 — 월별 멤버별/집안일별 완료를 수치·차트로 가시화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Apple SD Gothic Neo"/>
              </a:rPr>
              <a:t>–  꽝뽑기(랜덤 배정) — 돌발 집안일을 공정하게 배정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Apple SD Gothic Neo"/>
              </a:rPr>
              <a:t>–  규칙 위반 관리 — 완료 기록 비활성화(사유) + 순번 복원으로 공정성 담보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04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요구사항 분석 · 기능 요구사항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기능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FR-01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인증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이메일/비밀번호 회원가입·로그인 (Firebase Auth)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FR-02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그룹 관리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그룹 생성, 초대 코드, 강퇴(방장), 방장 위임, 다중 그룹 전환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FR-03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CRUD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프리셋 + 자유 추가/수정/삭제, 모드·색상·규칙 설정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FR-04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순번 완료 체크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현재 차례 멤버 완료 → 기록 저장 + 차례 자동 이행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FR-05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완료 내역 비활성화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방장이 사유와 함께 비활성화 + 순번 복원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FR-06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꽝뽑기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참여 멤버 중 N명 랜덤 배정, 결과 기록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FR-07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캘린더 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월별 그리드에 완료 기록 색상별 표시, 상세 팝업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FR-08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통계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월별 멤버별/집안일별 완료 횟수 (표 + 차트)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04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비기능 요구사항 · MoSCoW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비기능 요구사항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성능: 주요 화면 3초 내 로딩, 실시간 리스너 즉시 반영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보안: Firebase Auth + Firestore Rules (그룹 멤버만 접근)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반응형: 1280 / 768 / 375px 대응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가용성: 정적 호스팅 + 클라이언트-DB 직접 통신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등급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기능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Must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인증, 그룹, 집안일 CRUD, 순번 완료, 캘린더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Should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통계, 완료 비활성화, 꽝뽑기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Could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다크/라이트, 초대 링크, .ics 내보내기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Won't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푸시 서버, 구글 캘린더 동기화, AI 추천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04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강의 필수요건 충족 매핑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필수요건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충족 방식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최소 10개 화면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13개 화면 설계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입력 폼 1개 이상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회원가입 · 집안일 등록 · 비활성화 사유 · 꽝뽑기 설정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CRUD 3개 이상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C/R/U/D + 완료기록 Create/Update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상태 관리 1개 이상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로그인 상태 · 현재 그룹 선택 · 캘린더 월/필터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데이터 저장 / 외부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Firebase Firestore + Firebase Auth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반응형 UI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모바일 하단탭 ↔ PC 사이드바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AI 활용 / 배포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Claude로 설계·코드 생성(기록) / Vercel 배포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05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주요 기능 설명 (1/2) · 그룹 · 집안일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그룹 관리 — 데이터 단위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그룹 생성자 = 방장(ownerId). groups.memberUids[] ↔ users.groupIds[] 양방향 동기화로 일관성 유지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초대 코드: 영문 대문자+숫자 6자, 혼동문자(0/O·1/I/L) 제외, 그룹당 1개·충돌 시 재생성, 기간/횟수 제한 없음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방장 전용: 멤버 강퇴 · 방장 위임(ownerId 이전) · 완료 내역 비활성화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다중 그룹: 한 계정이 여러 그룹 가입, 홈 상단 그룹명 탭 → 앱 전체 데이터 컨텍스트 전환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집안일 — 프리셋 &amp; 색상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그룹 생성 직후 프리셋 제시 → 선택 시 chores에 ‘복사본’ 생성(참조 아님). 0개(빈 시작)도 허용, 이후 자유 추가/수정/삭제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후보: 순번제 5(설거지·빨래·거실/방 청소·밥) · 고정제 3(음식물/일반쓰레기·화장실)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10색 고정 팔레트에서 1색 선택 → 캘린더 점·홈 카드·통계 막대에 동일 색 적용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집안일 — 순번제 / 고정제 모드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순번제(rotation): chore별 참여 멤버·순서 독립 지정, 주기 없음(쌓이면 차례인 사람 수행)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고정제(fixed): 요일 지정(weekly) 또는 N일 주기(interval, 시작일 기준). 완료 기록 없이 홈 ‘오늘 담당’ 알림만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완료 규칙(rules): 집안일별 약속을 참고용 표시(앱이 강제 체크하지 않음)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05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주요 기능 설명 (2/2) · 완료 · 기록 ·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완료 체크 &amp; 권한 (순번제 전용)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완료 1회 클릭 → ① choreLog 기록 생성(type:rotation, active:true) ② currentTurnIndex=(idx+1)%N 차례 이행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기본은 현재 차례 멤버만 활성. allowProxyComplete=true면 참여 멤버 누구나 대신 완료(부재 커버)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귀속 분리: completedBy=차례 멤버(통계 귀속) / completedByActual=실제 누른 사람. 통계는 completedBy 기준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완료 내역 비활성화 (방장)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사유 입력(필수) 후 active:false로 보존(삭제X) — deactivatedBy/At/Reason 기록, 전원 확인 가능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통계 제외 + 순번제는 currentTurnIndex 되돌려 차례 복원. 캘린더엔 취소선·딤으로 구분 표시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꽝뽑기 (랜덤 배정)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멤버 체크박스 참여/제외, 당첨 인원 조정(기본 1명) → 무작위 N명, 폭탄 연출. choreLog에 type:random 기록(순번 무관)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캘린더 · 통계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자체 캘린더(외부 비의존): completedAt 기준 월 그리드, 색상 점 표시, 클릭 시 상세 팝업(담당자/실제 완료/시간/유형/상태)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통계: 이번 달 멤버별·집안일별 완료 횟수를 표 + 차트로, active=true 기록만 집계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06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화면 설계 (화면설계서)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Apple SD Gothic Neo"/>
              </a:rPr>
              <a:t>•  표준 양식: 화면 코드 / Page title / Screen Path + 와이어프레임 + Description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캡처 좌측의 번호(①②③…) 배지 = 우측 Description 항목 번호와 1:1 매칭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인터랙티브 프로토타입을 PC(데스크톱)·라이트 테마로 캡처 (좌측 사이드바 네비게이션)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총 13개 화면 — 강의 필수요건(최소 10화면) 충족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네비게이션: 하단 탭(모바일)·사이드바(PC) — 모든 기능 2~3클릭 내 도달 목표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Apple SD Gothic Neo"/>
              </a:rPr>
              <a:t>•  색상 팔레트(10색 고정, 집안일 구분용)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pple SD Gothic Neo"/>
              </a:rPr>
              <a:t>–  #4A90D9  #E74C3C  #2ECC71  #F39C12  #9B59B6  #1ABC9C  #E91E8C  #34495E  #95A5A6  #F1C40F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914400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19072" y="4297680"/>
            <a:ext cx="914400" cy="8229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98064" y="4297680"/>
            <a:ext cx="914400" cy="82296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77056" y="4297680"/>
            <a:ext cx="914400" cy="82296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56048" y="4297680"/>
            <a:ext cx="914400" cy="82296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4297680"/>
            <a:ext cx="914400" cy="82296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14032" y="4297680"/>
            <a:ext cx="914400" cy="822960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93024" y="4297680"/>
            <a:ext cx="914400" cy="82296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72016" y="4297680"/>
            <a:ext cx="914400" cy="822960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51008" y="4297680"/>
            <a:ext cx="914400" cy="82296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SCREEN-01 · 로그인 / 회원가입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앱 진입 시 최초 화면</a:t>
            </a:r>
          </a:p>
        </p:txBody>
      </p:sp>
      <p:pic>
        <p:nvPicPr>
          <p:cNvPr id="4" name="Picture 3" descr="01-auth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서비스 로고(🏠)·명칭을 중앙 배치해 앱 정체성을 즉시 인지시키는 브랜드 영역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이메일 입력 — Firebase Auth 계정 식별자, @형식 검증 후 진행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비밀번호 입력 — 마스킹(••) 처리, 최소 길이 검증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로그인 버튼 — 인증 성공 시 홈으로 라우팅, 실패 시 오류 메시지 노출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회원가입 전환 링크 — 이름·비밀번호 확인 필드가 추가된 가입 폼으로 토글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SCREEN-02 · 홈 (대시보드)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로그인 후 / 하단탭 ‘홈’</a:t>
            </a:r>
          </a:p>
        </p:txBody>
      </p:sp>
      <p:pic>
        <p:nvPicPr>
          <p:cNvPr id="4" name="Picture 3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상단 그룹 바 — 그룹명(▼) 탭 시 그룹 전환 오버레이 호출, 우측에 오늘 날짜 표시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오늘의 고정 집안일 알림 — 고정제 담당자 안내(완료 버튼 없음)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순번제 카드 그리드 — 집안일별 이모지·색상·현재 차례 담당자 표시(PC 다열/모바일 2열)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완료 버튼 — 차례 멤버 1회 클릭 시 완료 기록 저장 + currentTurnIndex 자동 +1(다음 멤버 이행)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SCREEN-03 · 그룹 전환 오버레이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홈 상단 그룹명 탭</a:t>
            </a:r>
          </a:p>
        </p:txBody>
      </p:sp>
      <p:pic>
        <p:nvPicPr>
          <p:cNvPr id="4" name="Picture 3" descr="03-group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오버레이 제목 — ‘그룹 선택’, 배경 딤 처리로 포커스 집중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현재 그룹 — 활성 그룹을 ‘현재’ 배지로 강조해 컨텍스트 식별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다른 가입 그룹 — 클릭 시 데이터 컨텍스트 전환(홈·캘린더·통계 모두 갱신)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새 그룹 만들기 / 6자 초대 코드 합류 진입점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SCREEN-04 · 캘린더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하단탭 ‘캘린더’</a:t>
            </a:r>
          </a:p>
        </p:txBody>
      </p:sp>
      <p:pic>
        <p:nvPicPr>
          <p:cNvPr id="4" name="Picture 3" descr="04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월 이동 헤더 — ◀▶로 이전·다음 달 탐색, 중앙에 연·월 표시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월간 날짜 그리드 — 완료 기록을 집안일 색상 점으로 누적 표시(다건은 여러 점)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선택일 완료 기록 — 색상·담당자·시간 나열, 비활성 건은 취소선·딤, 클릭 시 상세 팝업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SCREEN-05 · 완료 상세 팝업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캘린더 → 기록 클릭</a:t>
            </a:r>
          </a:p>
        </p:txBody>
      </p:sp>
      <p:pic>
        <p:nvPicPr>
          <p:cNvPr id="4" name="Picture 3" descr="05-calendar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팝업 헤더 — 대상 집안일명과 닫기(✕)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상세 정보 — 집안일·담당자(차례)·실제 완료자·완료 시간·유형·상태 행 표시(담당자/실제 완료자 분리)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비활성화 진입 — 방장에게만 노출, 규칙 위반 기록 처리 폼으로 이동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SCREEN-06 · 완료 내역 비활성화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완료 상세 → ‘비활성화’</a:t>
            </a:r>
          </a:p>
        </p:txBody>
      </p:sp>
      <p:pic>
        <p:nvPicPr>
          <p:cNvPr id="4" name="Picture 3" descr="06-calendar-deactiv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비활성화 대상 — 처리할 완료 기록(집안일·담당자·시간)을 재확인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사유 입력 — 필수 입력, 미입력 시 확정 불가(공정성·추적성 확보)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처리 버튼 — 확정 시 통계 집계 제외 + 소진된 순번 차례 복원 / 취소 시 상세 복귀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SCREEN-07 · 집안일 관리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설정 → 집안일 관리</a:t>
            </a:r>
          </a:p>
        </p:txBody>
      </p:sp>
      <p:pic>
        <p:nvPicPr>
          <p:cNvPr id="4" name="Picture 3" descr="07-ch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헤더 — 뒤로·제목과 우측 ‘+ 추가’(신규 등록 진입)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프리셋 빠른 추가 — 기본 항목을 칩 클릭으로 즉시 복사 생성(참조 아닌 복사 → 독립 편집 가능)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목록 — 색상 점·모드(순번/고정)·참여 인원과 함께 나열, 클릭 시 수정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SCREEN-08 · 집안일 추가 / 수정 (순번제)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집안일 관리 → 추가/클릭</a:t>
            </a:r>
          </a:p>
        </p:txBody>
      </p:sp>
      <p:pic>
        <p:nvPicPr>
          <p:cNvPr id="4" name="Picture 3" descr="08-chore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이름 — 자유 입력(프리셋 복사 후 변경 가능)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색상 — 10색 팔레트 선택, 캘린더 점·홈 카드·통계 막대에 동일 색 적용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모드 — 순번제/고정제 토글, 선택에 따라 하단 전용 설정 전환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참여 멤버·순서 — 체크로 참여 지정, 드래그(☰)로 순번 순서 조정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대신 완료 허용(allowProxyComplete) — 켜면 차례 부재 시 타 멤버 대신 완료(담당자/실제 완료자 분리 기록)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완료 규칙(참고용) — 완료 기준 메모, 멤버 간 합의 용도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SCREEN-08B · 집안일 편집 (고정제)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집안일 편집 → 모드 ‘고정제’</a:t>
            </a:r>
          </a:p>
        </p:txBody>
      </p:sp>
      <p:pic>
        <p:nvPicPr>
          <p:cNvPr id="4" name="Picture 3" descr="08b-chore-edit-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이름 — 자유 입력 (공통)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색상 — 10색 팔레트 선택 (공통)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모드 — 고정제 선택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스케줄 방식 — ‘요일 지정’ / ‘주기 지정’ 택1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담당자별 요일 — 멤버마다 담당 요일 토글(요일 지정), 주기 지정 시 N일 주기+시작일(예: 2주마다)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완료 규칙(참고용) — 고정제는 완료 버튼 없이 ‘오늘 담당’ 알림만 제공, 규칙은 안내용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SCREEN-09 · 꽝뽑기 설정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하단탭 ‘꽝뽑기’</a:t>
            </a:r>
          </a:p>
        </p:txBody>
      </p:sp>
      <p:pic>
        <p:nvPicPr>
          <p:cNvPr id="4" name="Picture 3" descr="09-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참여 멤버 — 체크박스로 추첨 대상 포함/제외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당첨 인원 — −/+로 뽑을 인원 조정(기본 1명), ‘N명 중 M명’ 안내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꽝뽑기 버튼 — 클릭 시 참여자 중 무작위 배정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SCREEN-10 · 꽝뽑기 결과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꽝뽑기 → 실행</a:t>
            </a:r>
          </a:p>
        </p:txBody>
      </p:sp>
      <p:pic>
        <p:nvPicPr>
          <p:cNvPr id="4" name="Picture 3" descr="10-random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발표 라벨 — 결과 연출 안내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결과 — 당첨자에 폭탄(💣) 강조, 미당첨은 딤 처리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액션 — ‘다시하기’ 재추첨 / ‘확인’ 시 random 유형으로 완료 기록 저장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SCREEN-11 · 통계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하단탭 ‘통계’</a:t>
            </a:r>
          </a:p>
        </p:txBody>
      </p:sp>
      <p:pic>
        <p:nvPicPr>
          <p:cNvPr id="4" name="Picture 3" descr="11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월 이동 헤더 — 집계 대상 월 선택(◀▶)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멤버별 완료 횟수 — 막대 차트 + 표로 기여도 가시화(활성 기록만 집계)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집안일별 완료 횟수 — 항목별 누적 횟수를 가로 막대로 비교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ple SD Gothic Neo"/>
              </a:rPr>
              <a:t>SCREEN-12 · 그룹 설정</a:t>
            </a:r>
          </a:p>
          <a:p>
            <a:r>
              <a:rPr sz="1200" b="0">
                <a:solidFill>
                  <a:srgbClr val="BFD4EE"/>
                </a:solidFill>
                <a:latin typeface="Apple SD Gothic Neo"/>
              </a:rPr>
              <a:t>Screen Path:  하단탭 ‘설정’</a:t>
            </a:r>
          </a:p>
        </p:txBody>
      </p:sp>
      <p:pic>
        <p:nvPicPr>
          <p:cNvPr id="4" name="Picture 3" descr="12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4886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34440"/>
            <a:ext cx="4373575" cy="457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0992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ple SD Gothic Neo"/>
              </a:rPr>
              <a:t>Description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828800"/>
          <a:ext cx="4373575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그룹 이름 — 인라인 수정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초대 코드 — 6자 코드 확인·복사·공유(신규 멤버 합류용)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멤버 목록 — 방장(👑)·멤버 구분, 방장에게 ‘방장 위임’·‘강퇴’ 노출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관리 진입 — 집안일 CRUD 화면으로 이동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그룹 나가기 — 본인 탈퇴(방장은 위임 후 가능)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07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기술 스택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영역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기술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선택 이유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프론트엔드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React + Next.js (App Router)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컴포넌트 기반·라우팅, 상태 변화 중심 SPA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스타일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Tailwind CSS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빠른 반응형 UI 구성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인증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Firebase Auth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이메일/비밀번호 인증, 별도 서버 불필요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DB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Firebase Firestore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실시간 동기화·NoSQL, 클라이언트 직접 연동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차트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Recharts / Chart.js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통계 막대/파이 차트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배포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Vercel / Firebase Hosting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정적 호스팅 + 자동 배포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07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시스템 구조 (3-Tier · 프론트엔드 중심)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66160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Presentation Tier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pple SD Gothic Neo"/>
              </a:rPr>
              <a:t>브라우저 /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3566160" cy="2834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Next.js + React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Tailwind 반응형 UI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상태관리(로그인·그룹)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PC 사이드바/모바일 탭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54480"/>
            <a:ext cx="3566160" cy="868680"/>
          </a:xfrm>
          <a:prstGeom prst="rect">
            <a:avLst/>
          </a:prstGeom>
          <a:solidFill>
            <a:srgbClr val="1A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627632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Application / Logic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pple SD Gothic Neo"/>
              </a:rPr>
              <a:t>클라이언트 로직 +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423160"/>
            <a:ext cx="3566160" cy="2834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순번 진행 / 차례 복원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통계 집계 / 랜덤 배정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Security Rules 권한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API Route(검증시만)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554480"/>
            <a:ext cx="3566160" cy="868680"/>
          </a:xfrm>
          <a:prstGeom prst="rect">
            <a:avLst/>
          </a:prstGeom>
          <a:solidFill>
            <a:srgbClr val="E08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27632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Data Tier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pple SD Gothic Neo"/>
              </a:rPr>
              <a:t>Firebase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2423160"/>
            <a:ext cx="3566160" cy="2834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606040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Firestore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users/groups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chores/choreLog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ple SD Gothic Neo"/>
              </a:rPr>
              <a:t>•  Firebase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3212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프론트엔드 중심: 클라이언트가 Firestore SDK로 직접 읽기/쓰기 (← SDK →)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접근 제어: Firestore Security Rules로 그룹 멤버만 데이터 접근 보장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07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데이터 모델 (Firestore 4개 컬렉션)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컬렉션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핵심 필드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users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uid, name, email, groupIds[]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groups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name, inviteCode, ownerId, memberUids[]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chores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groupId, name, mode, color, rotationOrder[], currentTurnIndex, allowProxyComplete, fixedSchedule[], rules[]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choreLog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pple SD Gothic Neo"/>
                        </a:rPr>
                        <a:t>choreId, groupId, completedBy, completedByActual, completedAt, type, active, deactivateReason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</a:rPr>
              <a:t>•  핵심 불변식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pple SD Gothic Neo"/>
              </a:rPr>
              <a:t>–  순번 완료 시 currentTurnIndex +1(modulo) · 비활성화 시 차례 복원 · 통계는 active=true만 집계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FC0E8"/>
                </a:solidFill>
                <a:latin typeface="Apple SD Gothic Neo"/>
              </a:rPr>
              <a:t>08  </a:t>
            </a:r>
            <a:r>
              <a:rPr sz="2600" b="1">
                <a:solidFill>
                  <a:srgbClr val="FFFFFF"/>
                </a:solidFill>
                <a:latin typeface="Apple SD Gothic Neo"/>
              </a:rPr>
              <a:t>개발 일정 (3주 집중)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주차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주요 작업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산출물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1주차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기반 + 인증·그룹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Firebase/Rules·Next.js 셋업, 회원가입/로그인, 그룹 생성·초대·전환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레포·스키마, 인증·그룹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2주차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핵심 + 캘린더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CRUD·프리셋, 순번 완료+이행, 고정제, 캘린더·팝업, 비활성화+복원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홈·관리·캘린더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3주차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부가 기능 + 마감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통계·차트, 꽝뽑기, 반응형 점검, 버그 수정, 배포, 발표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배포본·발표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576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주차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전반 (1~3일)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후반 (4~7일)</a:t>
                      </a:r>
                    </a:p>
                  </a:txBody>
                  <a:tcPr marL="73152" marR="73152" marT="27432" marB="27432" anchor="ctr">
                    <a:solidFill>
                      <a:srgbClr val="2E5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1주차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프로젝트 셋업·Firestore 스키마·Rules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인증(회원가입/로그인) + 그룹 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2주차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집안일 CRUD·순번 완료·고정제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캘린더·상세 팝업·비활성화/복원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3주차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통계·차트·꽝뽑기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pple SD Gothic Neo"/>
                        </a:rPr>
                        <a:t>반응형·배포·발표 준비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Apple SD Gothic Neo"/>
              </a:rPr>
              <a:t>•  중간 점검(1주차 말): 인증·그룹 기능 동작 데모 + 진행률·방향성 점검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75056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err="1">
                <a:solidFill>
                  <a:srgbClr val="FFFFFF"/>
                </a:solidFill>
                <a:latin typeface="Apple SD Gothic Neo"/>
              </a:rPr>
              <a:t>감사합니다</a:t>
            </a:r>
            <a:endParaRPr sz="4000" b="1" dirty="0">
              <a:solidFill>
                <a:srgbClr val="FFFFFF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2968</Words>
  <Application>Microsoft Macintosh PowerPoint</Application>
  <PresentationFormat>와이드스크린</PresentationFormat>
  <Paragraphs>437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Park, Bohee</cp:lastModifiedBy>
  <cp:revision>4</cp:revision>
  <cp:lastPrinted>2026-05-24T13:19:27Z</cp:lastPrinted>
  <dcterms:created xsi:type="dcterms:W3CDTF">2013-01-27T09:14:16Z</dcterms:created>
  <dcterms:modified xsi:type="dcterms:W3CDTF">2026-05-24T13:19:47Z</dcterms:modified>
  <cp:category/>
</cp:coreProperties>
</file>